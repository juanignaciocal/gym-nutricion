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383280"/>
            <a:ext cx="5669280" cy="5669280"/>
          </a:xfrm>
          <a:prstGeom prst="ellipse">
            <a:avLst/>
          </a:prstGeom>
          <a:solidFill>
            <a:srgbClr val="F5C51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F5C51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PARA OVERALL  ·  TUCUMÁN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Nutrición personalizada,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marca de Overall.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que tus socios usan todos los días — incluida en su cuota.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diario a medida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220+ recetas reales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Desde el celular, sin descargas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propuesta comercial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van por el entrenamiento. Se van por la comida.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4298" cy="3291840"/>
          </a:xfrm>
          <a:prstGeom prst="roundRect">
            <a:avLst>
              <a:gd name="adj" fmla="val 2222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nutrición es el agujero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del resultado es lo que el socio come — y es justo lo que el gimnasio no controla.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8" y="2057400"/>
            <a:ext cx="3454298" cy="3291840"/>
          </a:xfrm>
          <a:prstGeom prst="roundRect">
            <a:avLst>
              <a:gd name="adj" fmla="val 2222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301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43018" y="320040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resultados, no renueva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3018" y="38862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que no ve cambios se desmotiva y se da de baja. Cada baja es facturación que se va.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7317" y="2057400"/>
            <a:ext cx="3454298" cy="3291840"/>
          </a:xfrm>
          <a:prstGeom prst="roundRect">
            <a:avLst>
              <a:gd name="adj" fmla="val 2222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1637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371637" y="3200400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queda librado al azar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71637" y="388620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 nutricionista caro que pocos pagan, o nada. El gym no tiene herramienta para acompañarlo.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de nutrición con tu marca.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entra desde el celular, carga sus datos una vez y recibe un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comidas diario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ajustado a sus objetivos, con recetas reales argentinas y su paso a paso.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 el logo, los colores y el nombre de Overall.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app, pero sin descargar nada (PWA).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socio, es "la app de Overall".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1508760"/>
            <a:ext cx="2697480" cy="4572000"/>
          </a:xfrm>
          <a:prstGeom prst="roundRect">
            <a:avLst>
              <a:gd name="adj" fmla="val 9492"/>
            </a:avLst>
          </a:prstGeom>
          <a:solidFill>
            <a:srgbClr val="0A0A0C"/>
          </a:solidFill>
          <a:ln w="317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32520" y="17647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0" y="2286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plan de hoy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6840" y="265176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715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Desayuno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0" y="29260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Avena con banana y huevos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69880" y="271576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kcal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06840" y="342900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4930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0" y="37033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Pollo, arroz y ensalada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469880" y="34930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 kcal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06840" y="420624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4270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Merienda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Yogur con frutos secos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69880" y="42702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kcal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06840" y="49834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50474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0" y="5257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Salmón con puré de calabaza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69880" y="504748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kcal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usa tu socio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210026" y="2286000"/>
            <a:ext cx="822960" cy="822960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10026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9628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celular, sin descargar nada.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47197" y="2286000"/>
            <a:ext cx="822960" cy="822960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47197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77251" y="333756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sus datos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77251" y="3749040"/>
            <a:ext cx="19628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altura, edad, objetivo.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84368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14422" y="333756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14422" y="3749040"/>
            <a:ext cx="19628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saca sus calorías y macros.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21539" y="2286000"/>
            <a:ext cx="822960" cy="822960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21539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51593" y="333756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su plan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51593" y="3749040"/>
            <a:ext cx="19628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Comidas del día con recetas reales.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158710" y="2286000"/>
            <a:ext cx="822960" cy="822960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15871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588764" y="3337560"/>
            <a:ext cx="19628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y ajusta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88764" y="3749040"/>
            <a:ext cx="19628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lo que comió y cambia comidas.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INCLUYE HOY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funciona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58568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comidas diario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Equilibra proteínas, carbos y grasas — no repite recetas en 14 días.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196596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3018" y="2258568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4935626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220+ recetas argentinas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3018" y="267919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macros reales y paso a paso, en español rioplatense.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7317" y="196596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1637" y="2258568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8664245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Calculadora de calorías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71637" y="267919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calorías y macros del socio con la fórmula que usan los nutricionistas.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4224528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11480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 de alimentos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64515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cualquier alimento y ve sus macros, en español.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68698" y="39319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3018" y="4224528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4935626" y="411480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y favoritos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43018" y="464515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socio anota lo que come y guarda sus recetas preferidas.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7317" y="393192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71637" y="4224528"/>
            <a:ext cx="164592" cy="16459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7" name="Text 25"/>
          <p:cNvSpPr/>
          <p:nvPr/>
        </p:nvSpPr>
        <p:spPr>
          <a:xfrm>
            <a:off x="8664245" y="411480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seguras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71637" y="4645152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desde cualquier celular; su información lo sigue.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OVERALL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Overall, y por qué ahora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945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a favor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gimnasios más grandes de la zona: el costo por socio es mínimo y el impacto en retención, enorme.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196596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3048" y="219456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en Tucumán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3048" y="2697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el primero con una app de nutrición de marca propia es una ventaja difícil de copiar.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2062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Diferencial vendible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lo comunica en sus redes y en la cuota: "incluye plan de nutrición personalizado".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3977640"/>
            <a:ext cx="5318608" cy="1783080"/>
          </a:xfrm>
          <a:prstGeom prst="roundRect">
            <a:avLst>
              <a:gd name="adj" fmla="val 4103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3048" y="4206240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Condición de fundador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53048" y="470916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entra primero, con precio preferencial por ser el gimnasio fundador.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COMERCIALMENTE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marca. De todo lo demás nos encargamos nosotros.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tu marca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70332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colores, nombre y slogan de Overall en toda la app. White-label real.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8" y="21031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8738" y="242316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4688738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técnico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88738" y="370332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servidores, sin programadores, sin mantenimiento. Hosting, soporte y updates incluidos.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97317" y="2103120"/>
            <a:ext cx="3454298" cy="3017520"/>
          </a:xfrm>
          <a:prstGeom prst="roundRect">
            <a:avLst>
              <a:gd name="adj" fmla="val 24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7357" y="2423160"/>
            <a:ext cx="502920" cy="50292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7357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abono mensual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7357" y="3703320"/>
            <a:ext cx="28142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paga el servicio; tus socios siguen pagando su cuota como siempre.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app: para cada gimnasio nuevo solo se cambia el branding. No se reescribe nada.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planes, una sola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ESENCIAL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completa con tu marca.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diario + 220 recetas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y buscador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~200 socios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por mail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$ 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Mensual $ 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68698" y="178308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201E12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27168" y="1572768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27168" y="157276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3018" y="205740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43018" y="248716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usarlo como diferencial real.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43018" y="306324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Esencial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~600 socios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recetas nuevas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dueño (próximamente)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43018" y="507492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$ 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Mensual $ ____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7317" y="1783080"/>
            <a:ext cx="3454298" cy="4160520"/>
          </a:xfrm>
          <a:prstGeom prst="roundRect">
            <a:avLst>
              <a:gd name="adj" fmla="val 2118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1637" y="205740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71637" y="2487168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beneficio premium del gym.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71637" y="3063240"/>
            <a:ext cx="29056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Profesional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ilimitados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temprano a novedades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a medida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dedicado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71637" y="507492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$ 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9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Mensual $ ____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VIENE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Próximamente (incluido a medida que sale)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2167128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del dueño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679192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socios, socios activos y uso del servicio.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8" y="19659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3018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7066" y="2167128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progreso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43018" y="2679192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en el tiempo, gráficos y racha de adherencia.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7317" y="196596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71637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55685" y="2167128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compras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71637" y="2679192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automáticamente desde el plan de la semana.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087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8448" y="4087368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en el plan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599432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Vegetariano, sin TACC y más, aplicado al plan diario.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68698" y="388620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3018" y="4087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7066" y="4087368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643018" y="4599432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para que el socio no se olvide de cargar.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97317" y="3886200"/>
            <a:ext cx="3454298" cy="1691640"/>
          </a:xfrm>
          <a:prstGeom prst="roundRect">
            <a:avLst>
              <a:gd name="adj" fmla="val 4324"/>
            </a:avLst>
          </a:prstGeom>
          <a:solidFill>
            <a:srgbClr val="1C1D22"/>
          </a:solidFill>
          <a:ln w="12700">
            <a:solidFill>
              <a:srgbClr val="3334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71637" y="4087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55685" y="4087368"/>
            <a:ext cx="25398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 con Mercado Pago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371637" y="4599432"/>
            <a:ext cx="29056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el beneficio desde la propia app.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Nutricion White-Label  ·  Propuesta para Overall (Tucuman)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F5C51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EMPECEMOS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Probémoslo con Overall.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9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dejamos andando con tu marca y lo prueban con un grupo de socios. Si les sirve, lo lanzamos a todos.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6035040" cy="868680"/>
          </a:xfrm>
          <a:prstGeom prst="roundRect">
            <a:avLst>
              <a:gd name="adj" fmla="val 10526"/>
            </a:avLst>
          </a:prstGeom>
          <a:solidFill>
            <a:srgbClr val="F5C518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45720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¿Coordinamos 20 minutos para verlo funcionando?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Tu nombre ]   ·   [ teléfono ]   ·   [ email 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Overall - App de Nutricion</dc:title>
  <dc:subject>PptxGenJS Presentation</dc:subject>
  <dc:creator>gym-nutricion</dc:creator>
  <cp:lastModifiedBy>gym-nutricion</cp:lastModifiedBy>
  <cp:revision>1</cp:revision>
  <dcterms:created xsi:type="dcterms:W3CDTF">2026-06-17T18:06:00Z</dcterms:created>
  <dcterms:modified xsi:type="dcterms:W3CDTF">2026-06-17T18:06:00Z</dcterms:modified>
</cp:coreProperties>
</file>